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7801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3.png"/><Relationship Id="rId10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4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TRADING · INTERNSHIP PROJECT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CryptoSight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Crypto Trading Platform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41248" y="4343400"/>
            <a:ext cx="457200" cy="41148"/>
          </a:xfrm>
          <a:prstGeom prst="rect">
            <a:avLst/>
          </a:prstGeom>
          <a:solidFill>
            <a:srgbClr val="7DAD8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5989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Afnan Shoukat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CryptoSight?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institutional-grade quant platform for crypto markets.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15568" y="2441448"/>
            <a:ext cx="713232" cy="713232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7" name="Image 0" descr="/home/claude/cryptosight_ppt/icons/datab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6744" y="2612624"/>
            <a:ext cx="370881" cy="37088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8992" y="331927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45008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42688" y="2441448"/>
            <a:ext cx="713232" cy="713232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1" name="Image 1" descr="/home/claude/cryptosight_ppt/icons/chartli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3864" y="2612624"/>
            <a:ext cx="370881" cy="3708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6112" y="331927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807720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69808" y="2441448"/>
            <a:ext cx="713232" cy="713232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5" name="Image 2" descr="/home/claude/cryptosight_ppt/icons/broadcas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0984" y="2612624"/>
            <a:ext cx="370881" cy="37088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33232" y="331927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Engine</a:t>
            </a:r>
            <a:endParaRPr lang="en-US" sz="1550" dirty="0"/>
          </a:p>
        </p:txBody>
      </p:sp>
      <p:sp>
        <p:nvSpPr>
          <p:cNvPr id="17" name="Shape 12"/>
          <p:cNvSpPr/>
          <p:nvPr/>
        </p:nvSpPr>
        <p:spPr>
          <a:xfrm>
            <a:off x="82296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115568" y="4636008"/>
            <a:ext cx="713232" cy="713232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9" name="Image 3" descr="/home/claude/cryptosight_ppt/icons/bra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6744" y="4807184"/>
            <a:ext cx="370881" cy="37088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78992" y="551383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&amp; ML</a:t>
            </a:r>
            <a:endParaRPr lang="en-US" sz="1550" dirty="0"/>
          </a:p>
        </p:txBody>
      </p:sp>
      <p:sp>
        <p:nvSpPr>
          <p:cNvPr id="21" name="Shape 15"/>
          <p:cNvSpPr/>
          <p:nvPr/>
        </p:nvSpPr>
        <p:spPr>
          <a:xfrm>
            <a:off x="445008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742688" y="4636008"/>
            <a:ext cx="713232" cy="713232"/>
          </a:xfrm>
          <a:prstGeom prst="ellipse">
            <a:avLst/>
          </a:prstGeom>
          <a:solidFill>
            <a:srgbClr val="22C55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3" name="Image 4" descr="/home/claude/cryptosight_ppt/icons/bolt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3864" y="4807184"/>
            <a:ext cx="370881" cy="370881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706112" y="551383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Execution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807720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369808" y="4636008"/>
            <a:ext cx="713232" cy="713232"/>
          </a:xfrm>
          <a:prstGeom prst="ellipse">
            <a:avLst/>
          </a:prstGeom>
          <a:solidFill>
            <a:srgbClr val="EE5D5D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7" name="Image 5" descr="/home/claude/cryptosight_ppt/icons/smile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0984" y="4807184"/>
            <a:ext cx="370881" cy="370881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333232" y="551383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AI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5097780" cy="4114800"/>
          </a:xfrm>
          <a:prstGeom prst="roundRect">
            <a:avLst>
              <a:gd name="adj" fmla="val 3556"/>
            </a:avLst>
          </a:prstGeom>
          <a:solidFill>
            <a:srgbClr val="FBEEEE"/>
          </a:solidFill>
          <a:ln/>
        </p:spPr>
        <p:txBody>
          <a:bodyPr/>
          <a:lstStyle/>
          <a:p>
            <a:endParaRPr lang="LID4096" dirty="0"/>
          </a:p>
        </p:txBody>
      </p:sp>
      <p:sp>
        <p:nvSpPr>
          <p:cNvPr id="5" name="Shape 3"/>
          <p:cNvSpPr/>
          <p:nvPr/>
        </p:nvSpPr>
        <p:spPr>
          <a:xfrm>
            <a:off x="1188720" y="2240280"/>
            <a:ext cx="658368" cy="658368"/>
          </a:xfrm>
          <a:prstGeom prst="ellipse">
            <a:avLst/>
          </a:prstGeom>
          <a:solidFill>
            <a:srgbClr val="EE5D5D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6" name="Image 0" descr="/home/claude/cryptosight_ppt/icons/cloc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728" y="239828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3044952"/>
            <a:ext cx="4366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E5D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188720" y="3474720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9" name="Image 1" descr="/home/claude/cryptosight_ppt/icons/xcircle_EE5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35844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83080" y="3419856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watch charts 24/7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1188720" y="4251960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" name="Image 2" descr="/home/claude/cryptosight_ppt/icons/xcircle_EE5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436168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83080" y="4197096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indicators to track manually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1188720" y="5029200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5" name="Image 3" descr="/home/claude/cryptosight_ppt/icons/xcircle_EE5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5138928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783080" y="4974336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missed = opportunities lost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286500" y="1874520"/>
            <a:ext cx="5097780" cy="4114800"/>
          </a:xfrm>
          <a:prstGeom prst="roundRect">
            <a:avLst>
              <a:gd name="adj" fmla="val 3556"/>
            </a:avLst>
          </a:prstGeom>
          <a:solidFill>
            <a:srgbClr val="2D4A38"/>
          </a:solidFill>
          <a:ln/>
          <a:effectLst>
            <a:outerShdw blurRad="254000" dist="101600" dir="5400000" algn="bl" rotWithShape="0">
              <a:srgbClr val="1B2A21">
                <a:alpha val="2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652260" y="2240280"/>
            <a:ext cx="658368" cy="658368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9" name="Image 4" descr="/home/claude/cryptosight_ppt/icons/eye_2D4A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0268" y="2398288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652260" y="3044952"/>
            <a:ext cx="4366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CRYPTOSIGHT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652260" y="3474720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2" name="Image 5" descr="/home/claude/cryptosight_ppt/icons/check_2D4A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35844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246620" y="3419856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the market 24/7</a:t>
            </a:r>
            <a:endParaRPr lang="en-US" sz="1450" dirty="0"/>
          </a:p>
        </p:txBody>
      </p:sp>
      <p:sp>
        <p:nvSpPr>
          <p:cNvPr id="24" name="Shape 16"/>
          <p:cNvSpPr/>
          <p:nvPr/>
        </p:nvSpPr>
        <p:spPr>
          <a:xfrm>
            <a:off x="6652260" y="4251960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5" name="Image 6" descr="/home/claude/cryptosight_ppt/icons/check_2D4A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436168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246620" y="4197096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Auto-checks every signal &amp; indicator</a:t>
            </a:r>
            <a:endParaRPr lang="en-US" sz="1450" dirty="0"/>
          </a:p>
        </p:txBody>
      </p:sp>
      <p:sp>
        <p:nvSpPr>
          <p:cNvPr id="27" name="Shape 18"/>
          <p:cNvSpPr/>
          <p:nvPr/>
        </p:nvSpPr>
        <p:spPr>
          <a:xfrm>
            <a:off x="6652260" y="5029200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8" name="Image 7" descr="/home/claude/cryptosight_ppt/icons/check_2D4A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5138928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7246620" y="4974336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executes, reports - one dashboard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4980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400" dirty="0"/>
          </a:p>
        </p:txBody>
      </p:sp>
      <p:pic>
        <p:nvPicPr>
          <p:cNvPr id="4" name="Image 0" descr="/home/claude/cryptosight_ppt/bg/pipeline_connect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7220" y="2994660"/>
            <a:ext cx="868680" cy="86868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6" name="Image 1" descr="/home/claude/cryptosight_ppt/icons/datab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" y="3203143"/>
            <a:ext cx="451714" cy="4517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397306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628900" y="2263140"/>
            <a:ext cx="868680" cy="868680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9" name="Image 2" descr="/home/claude/cryptosight_ppt/icons/chartbar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7383" y="2471623"/>
            <a:ext cx="451714" cy="45171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194560" y="32415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Signals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4640580" y="3543300"/>
            <a:ext cx="868680" cy="868680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" name="Image 3" descr="/home/claude/cryptosight_ppt/icons/bra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9063" y="3751783"/>
            <a:ext cx="451714" cy="45171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206240" y="45217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ML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6652260" y="2263140"/>
            <a:ext cx="868680" cy="868680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5" name="Image 4" descr="/home/claude/cryptosight_ppt/icons/bolt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0743" y="2471623"/>
            <a:ext cx="451714" cy="45171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217920" y="32415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8663940" y="3543300"/>
            <a:ext cx="868680" cy="868680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8" name="Image 5" descr="/home/claude/cryptosight_ppt/icons/server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72423" y="3751783"/>
            <a:ext cx="451714" cy="45171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229600" y="45217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20" name="Shape 12"/>
          <p:cNvSpPr/>
          <p:nvPr/>
        </p:nvSpPr>
        <p:spPr>
          <a:xfrm>
            <a:off x="10675620" y="2994660"/>
            <a:ext cx="868680" cy="868680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1" name="Image 6" descr="/home/claude/cryptosight_ppt/icons/desktop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84103" y="3203143"/>
            <a:ext cx="451714" cy="451714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0" y="397306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 building CryptoSight from scratch.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15568" y="2441448"/>
            <a:ext cx="658368" cy="658368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7" name="Image 0" descr="/home/claude/cryptosight_ppt/icons/datab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576" y="2599456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8992" y="322783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078992" y="353872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reliable market data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5008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42688" y="2441448"/>
            <a:ext cx="658368" cy="658368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" name="Image 1" descr="/home/claude/cryptosight_ppt/icons/che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0696" y="2599456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6112" y="322783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Future Leakage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706112" y="353872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Backtests use only past data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7720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69808" y="2441448"/>
            <a:ext cx="658368" cy="658368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7" name="Image 2" descr="/home/claude/cryptosight_ppt/icons/brai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7816" y="2599456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3232" y="322783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333232" y="353872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features to predictions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2296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115568" y="4636008"/>
            <a:ext cx="658368" cy="658368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2" name="Image 3" descr="/home/claude/cryptosight_ppt/icons/chartbar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576" y="4794016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78992" y="542239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Metrics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1078992" y="573328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Sharpe, drawdown &amp; more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5008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742688" y="4636008"/>
            <a:ext cx="658368" cy="658368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7" name="Image 4" descr="/home/claude/cryptosight_ppt/icons/smil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0696" y="4794016"/>
            <a:ext cx="342351" cy="34235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706112" y="542239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AI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4706112" y="573328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market mood from Reddit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7720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69808" y="4636008"/>
            <a:ext cx="658368" cy="658368"/>
          </a:xfrm>
          <a:prstGeom prst="ellipse">
            <a:avLst/>
          </a:prstGeom>
          <a:solidFill>
            <a:srgbClr val="22C55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32" name="Image 5" descr="/home/claude/cryptosight_ppt/icons/bolt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7816" y="4794016"/>
            <a:ext cx="342351" cy="34235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3232" y="542239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Trading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8333232" y="573328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a real exchange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Add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ideas to make CryptoSight even smarter.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15568" y="2441448"/>
            <a:ext cx="658368" cy="658368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7" name="Image 0" descr="/home/claude/cryptosight_ppt/icons/robo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576" y="2599456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249631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ENHANCEMENT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920240" y="275234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Copilot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15568" y="331927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strategies by typing in plain English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6500" y="214884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79108" y="2441448"/>
            <a:ext cx="658368" cy="658368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3" name="Image 1" descr="/home/claude/cryptosight_ppt/icons/chartli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116" y="2599456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83780" y="249631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ENHANCEMENT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383780" y="275234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Market Filter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79108" y="331927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bad markets and pauses trading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22960" y="448056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1115568" y="4773168"/>
            <a:ext cx="658368" cy="658368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9" name="Image 2" descr="/home/claude/cryptosight_ppt/icons/chartbar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3576" y="4931176"/>
            <a:ext cx="342351" cy="34235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920240" y="482803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ENHANCEMENT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1920240" y="508406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Ranker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1115568" y="565099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trades by chance of winning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286500" y="448056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579108" y="4773168"/>
            <a:ext cx="658368" cy="658368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5" name="Image 3" descr="/home/claude/cryptosight_ppt/icons/warning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7116" y="4931176"/>
            <a:ext cx="342351" cy="342351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83780" y="482803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ENHANCEMENT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7383780" y="508406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Detector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579108" y="565099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of fake price moves early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D96D4B-4758-694F-F98A-B945BCD73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05" y="1490472"/>
            <a:ext cx="10213910" cy="48583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8346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841248" y="4160520"/>
            <a:ext cx="457200" cy="41148"/>
          </a:xfrm>
          <a:prstGeom prst="rect">
            <a:avLst/>
          </a:prstGeom>
          <a:solidFill>
            <a:srgbClr val="7DAD8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343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Afnan Shoukat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223</Words>
  <Application>Microsoft Office PowerPoint</Application>
  <PresentationFormat>Widescreen</PresentationFormat>
  <Paragraphs>80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Afnan Shoukat</cp:lastModifiedBy>
  <cp:revision>4</cp:revision>
  <dcterms:created xsi:type="dcterms:W3CDTF">2026-07-30T07:36:33Z</dcterms:created>
  <dcterms:modified xsi:type="dcterms:W3CDTF">2026-07-30T08:21:06Z</dcterms:modified>
</cp:coreProperties>
</file>